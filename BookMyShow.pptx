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4" r:id="rId6"/>
    <p:sldId id="263" r:id="rId7"/>
    <p:sldId id="262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shika Reddy" userId="64b02f5a8dec7662" providerId="LiveId" clId="{62653A95-EF0A-4CE7-9970-1B8A4274BCBF}"/>
    <pc:docChg chg="custSel addSld modSld sldOrd">
      <pc:chgData name="Shamshika Reddy" userId="64b02f5a8dec7662" providerId="LiveId" clId="{62653A95-EF0A-4CE7-9970-1B8A4274BCBF}" dt="2026-10-14T13:25:18.472" v="498" actId="20577"/>
      <pc:docMkLst>
        <pc:docMk/>
      </pc:docMkLst>
      <pc:sldChg chg="modSp mod">
        <pc:chgData name="Shamshika Reddy" userId="64b02f5a8dec7662" providerId="LiveId" clId="{62653A95-EF0A-4CE7-9970-1B8A4274BCBF}" dt="2026-10-14T12:55:00.604" v="49" actId="2711"/>
        <pc:sldMkLst>
          <pc:docMk/>
          <pc:sldMk cId="1012033153" sldId="258"/>
        </pc:sldMkLst>
        <pc:spChg chg="mod">
          <ac:chgData name="Shamshika Reddy" userId="64b02f5a8dec7662" providerId="LiveId" clId="{62653A95-EF0A-4CE7-9970-1B8A4274BCBF}" dt="2026-10-14T12:54:46.394" v="48" actId="14100"/>
          <ac:spMkLst>
            <pc:docMk/>
            <pc:sldMk cId="1012033153" sldId="258"/>
            <ac:spMk id="4" creationId="{6DCF877B-4FF8-0AEA-17E0-9C4348B69B0E}"/>
          </ac:spMkLst>
        </pc:spChg>
        <pc:spChg chg="mod">
          <ac:chgData name="Shamshika Reddy" userId="64b02f5a8dec7662" providerId="LiveId" clId="{62653A95-EF0A-4CE7-9970-1B8A4274BCBF}" dt="2026-10-14T12:55:00.604" v="49" actId="2711"/>
          <ac:spMkLst>
            <pc:docMk/>
            <pc:sldMk cId="1012033153" sldId="258"/>
            <ac:spMk id="5" creationId="{E148AF18-B6CE-D5B5-DA99-421607E04E1A}"/>
          </ac:spMkLst>
        </pc:spChg>
      </pc:sldChg>
      <pc:sldChg chg="addSp modSp new mod modClrScheme chgLayout">
        <pc:chgData name="Shamshika Reddy" userId="64b02f5a8dec7662" providerId="LiveId" clId="{62653A95-EF0A-4CE7-9970-1B8A4274BCBF}" dt="2026-10-14T13:00:46.467" v="123" actId="20577"/>
        <pc:sldMkLst>
          <pc:docMk/>
          <pc:sldMk cId="683322872" sldId="259"/>
        </pc:sldMkLst>
        <pc:spChg chg="add mod ord">
          <ac:chgData name="Shamshika Reddy" userId="64b02f5a8dec7662" providerId="LiveId" clId="{62653A95-EF0A-4CE7-9970-1B8A4274BCBF}" dt="2026-10-14T12:58:56.873" v="106" actId="20577"/>
          <ac:spMkLst>
            <pc:docMk/>
            <pc:sldMk cId="683322872" sldId="259"/>
            <ac:spMk id="4" creationId="{75F75530-7D0D-3CCD-BA57-A96F1B041082}"/>
          </ac:spMkLst>
        </pc:spChg>
        <pc:spChg chg="add mod ord">
          <ac:chgData name="Shamshika Reddy" userId="64b02f5a8dec7662" providerId="LiveId" clId="{62653A95-EF0A-4CE7-9970-1B8A4274BCBF}" dt="2026-10-14T13:00:46.467" v="123" actId="20577"/>
          <ac:spMkLst>
            <pc:docMk/>
            <pc:sldMk cId="683322872" sldId="259"/>
            <ac:spMk id="5" creationId="{39F012B9-3EBD-A2CE-EB42-3007CF8E4DA9}"/>
          </ac:spMkLst>
        </pc:spChg>
        <pc:picChg chg="add mod">
          <ac:chgData name="Shamshika Reddy" userId="64b02f5a8dec7662" providerId="LiveId" clId="{62653A95-EF0A-4CE7-9970-1B8A4274BCBF}" dt="2026-10-14T12:56:02.626" v="65" actId="14100"/>
          <ac:picMkLst>
            <pc:docMk/>
            <pc:sldMk cId="683322872" sldId="259"/>
            <ac:picMk id="3" creationId="{E3478E49-3642-FDEF-A1B5-9CF46DC4F521}"/>
          </ac:picMkLst>
        </pc:picChg>
      </pc:sldChg>
      <pc:sldChg chg="addSp delSp modSp new mod modClrScheme chgLayout">
        <pc:chgData name="Shamshika Reddy" userId="64b02f5a8dec7662" providerId="LiveId" clId="{62653A95-EF0A-4CE7-9970-1B8A4274BCBF}" dt="2026-10-14T13:08:09.902" v="243" actId="14100"/>
        <pc:sldMkLst>
          <pc:docMk/>
          <pc:sldMk cId="4142402859" sldId="260"/>
        </pc:sldMkLst>
        <pc:spChg chg="add mod">
          <ac:chgData name="Shamshika Reddy" userId="64b02f5a8dec7662" providerId="LiveId" clId="{62653A95-EF0A-4CE7-9970-1B8A4274BCBF}" dt="2026-10-14T13:01:47.769" v="136" actId="20577"/>
          <ac:spMkLst>
            <pc:docMk/>
            <pc:sldMk cId="4142402859" sldId="260"/>
            <ac:spMk id="4" creationId="{2A163018-7A65-31DB-881C-FA3022ECD4D4}"/>
          </ac:spMkLst>
        </pc:spChg>
        <pc:spChg chg="add mod ord">
          <ac:chgData name="Shamshika Reddy" userId="64b02f5a8dec7662" providerId="LiveId" clId="{62653A95-EF0A-4CE7-9970-1B8A4274BCBF}" dt="2026-10-14T13:08:09.902" v="243" actId="14100"/>
          <ac:spMkLst>
            <pc:docMk/>
            <pc:sldMk cId="4142402859" sldId="260"/>
            <ac:spMk id="7" creationId="{30733E25-33E7-4635-A8F1-3D0847E827B4}"/>
          </ac:spMkLst>
        </pc:spChg>
        <pc:spChg chg="add mod ord">
          <ac:chgData name="Shamshika Reddy" userId="64b02f5a8dec7662" providerId="LiveId" clId="{62653A95-EF0A-4CE7-9970-1B8A4274BCBF}" dt="2026-10-14T13:05:59.242" v="223" actId="20577"/>
          <ac:spMkLst>
            <pc:docMk/>
            <pc:sldMk cId="4142402859" sldId="260"/>
            <ac:spMk id="8" creationId="{6B0E0B7E-6D6F-DD81-4E8E-CDEF7E15475B}"/>
          </ac:spMkLst>
        </pc:spChg>
        <pc:picChg chg="add del mod">
          <ac:chgData name="Shamshika Reddy" userId="64b02f5a8dec7662" providerId="LiveId" clId="{62653A95-EF0A-4CE7-9970-1B8A4274BCBF}" dt="2026-10-14T13:01:56.412" v="137" actId="21"/>
          <ac:picMkLst>
            <pc:docMk/>
            <pc:sldMk cId="4142402859" sldId="260"/>
            <ac:picMk id="3" creationId="{5E506A36-350D-C7AF-6950-1CEFF64B2DFA}"/>
          </ac:picMkLst>
        </pc:picChg>
        <pc:picChg chg="add mod">
          <ac:chgData name="Shamshika Reddy" userId="64b02f5a8dec7662" providerId="LiveId" clId="{62653A95-EF0A-4CE7-9970-1B8A4274BCBF}" dt="2026-10-14T13:03:28.241" v="155" actId="1076"/>
          <ac:picMkLst>
            <pc:docMk/>
            <pc:sldMk cId="4142402859" sldId="260"/>
            <ac:picMk id="6" creationId="{2200BF1E-28F9-2AC0-2A04-D60FBD3CD951}"/>
          </ac:picMkLst>
        </pc:picChg>
      </pc:sldChg>
      <pc:sldChg chg="addSp modSp new mod modClrScheme chgLayout">
        <pc:chgData name="Shamshika Reddy" userId="64b02f5a8dec7662" providerId="LiveId" clId="{62653A95-EF0A-4CE7-9970-1B8A4274BCBF}" dt="2026-10-14T13:10:22.474" v="268" actId="20577"/>
        <pc:sldMkLst>
          <pc:docMk/>
          <pc:sldMk cId="1491596604" sldId="261"/>
        </pc:sldMkLst>
        <pc:spChg chg="add mod ord">
          <ac:chgData name="Shamshika Reddy" userId="64b02f5a8dec7662" providerId="LiveId" clId="{62653A95-EF0A-4CE7-9970-1B8A4274BCBF}" dt="2026-10-14T13:08:23.750" v="244" actId="14100"/>
          <ac:spMkLst>
            <pc:docMk/>
            <pc:sldMk cId="1491596604" sldId="261"/>
            <ac:spMk id="4" creationId="{F3479F74-92BE-FEFD-4096-CDA9EED88242}"/>
          </ac:spMkLst>
        </pc:spChg>
        <pc:spChg chg="add mod ord">
          <ac:chgData name="Shamshika Reddy" userId="64b02f5a8dec7662" providerId="LiveId" clId="{62653A95-EF0A-4CE7-9970-1B8A4274BCBF}" dt="2026-10-14T13:10:22.474" v="268" actId="20577"/>
          <ac:spMkLst>
            <pc:docMk/>
            <pc:sldMk cId="1491596604" sldId="261"/>
            <ac:spMk id="5" creationId="{C93D6FFB-7E49-3872-9D16-4B039E655E28}"/>
          </ac:spMkLst>
        </pc:spChg>
        <pc:picChg chg="add">
          <ac:chgData name="Shamshika Reddy" userId="64b02f5a8dec7662" providerId="LiveId" clId="{62653A95-EF0A-4CE7-9970-1B8A4274BCBF}" dt="2026-10-14T12:56:35.882" v="72" actId="22"/>
          <ac:picMkLst>
            <pc:docMk/>
            <pc:sldMk cId="1491596604" sldId="261"/>
            <ac:picMk id="3" creationId="{A88FE159-5802-936D-855F-3A17750D46E3}"/>
          </ac:picMkLst>
        </pc:picChg>
      </pc:sldChg>
      <pc:sldChg chg="addSp modSp new mod modClrScheme chgLayout">
        <pc:chgData name="Shamshika Reddy" userId="64b02f5a8dec7662" providerId="LiveId" clId="{62653A95-EF0A-4CE7-9970-1B8A4274BCBF}" dt="2026-10-14T13:21:37.287" v="440" actId="5793"/>
        <pc:sldMkLst>
          <pc:docMk/>
          <pc:sldMk cId="185640487" sldId="262"/>
        </pc:sldMkLst>
        <pc:spChg chg="add mod ord">
          <ac:chgData name="Shamshika Reddy" userId="64b02f5a8dec7662" providerId="LiveId" clId="{62653A95-EF0A-4CE7-9970-1B8A4274BCBF}" dt="2026-10-14T13:20:33.104" v="432" actId="20577"/>
          <ac:spMkLst>
            <pc:docMk/>
            <pc:sldMk cId="185640487" sldId="262"/>
            <ac:spMk id="4" creationId="{C0C2712B-9563-CF0B-2C0F-E524BF586B3C}"/>
          </ac:spMkLst>
        </pc:spChg>
        <pc:spChg chg="add mod ord">
          <ac:chgData name="Shamshika Reddy" userId="64b02f5a8dec7662" providerId="LiveId" clId="{62653A95-EF0A-4CE7-9970-1B8A4274BCBF}" dt="2026-10-14T13:21:37.287" v="440" actId="5793"/>
          <ac:spMkLst>
            <pc:docMk/>
            <pc:sldMk cId="185640487" sldId="262"/>
            <ac:spMk id="5" creationId="{114130C4-731A-E7C3-D63B-792E18BA3388}"/>
          </ac:spMkLst>
        </pc:spChg>
        <pc:picChg chg="add">
          <ac:chgData name="Shamshika Reddy" userId="64b02f5a8dec7662" providerId="LiveId" clId="{62653A95-EF0A-4CE7-9970-1B8A4274BCBF}" dt="2026-10-14T12:56:41.294" v="73" actId="22"/>
          <ac:picMkLst>
            <pc:docMk/>
            <pc:sldMk cId="185640487" sldId="262"/>
            <ac:picMk id="3" creationId="{B6F48316-0A9E-4FE2-E2BE-2C50B5C51C3A}"/>
          </ac:picMkLst>
        </pc:picChg>
      </pc:sldChg>
      <pc:sldChg chg="addSp modSp new mod ord">
        <pc:chgData name="Shamshika Reddy" userId="64b02f5a8dec7662" providerId="LiveId" clId="{62653A95-EF0A-4CE7-9970-1B8A4274BCBF}" dt="2026-10-14T13:15:32.526" v="321"/>
        <pc:sldMkLst>
          <pc:docMk/>
          <pc:sldMk cId="1330098770" sldId="263"/>
        </pc:sldMkLst>
        <pc:picChg chg="add mod">
          <ac:chgData name="Shamshika Reddy" userId="64b02f5a8dec7662" providerId="LiveId" clId="{62653A95-EF0A-4CE7-9970-1B8A4274BCBF}" dt="2026-10-14T13:12:25.622" v="278" actId="14100"/>
          <ac:picMkLst>
            <pc:docMk/>
            <pc:sldMk cId="1330098770" sldId="263"/>
            <ac:picMk id="3" creationId="{400457DD-D832-1B0C-3F39-0A9C19268A10}"/>
          </ac:picMkLst>
        </pc:picChg>
        <pc:picChg chg="add mod">
          <ac:chgData name="Shamshika Reddy" userId="64b02f5a8dec7662" providerId="LiveId" clId="{62653A95-EF0A-4CE7-9970-1B8A4274BCBF}" dt="2026-10-14T13:13:01.294" v="286" actId="14100"/>
          <ac:picMkLst>
            <pc:docMk/>
            <pc:sldMk cId="1330098770" sldId="263"/>
            <ac:picMk id="5" creationId="{2D8C34C4-61EF-E776-42E3-8D2A889248BB}"/>
          </ac:picMkLst>
        </pc:picChg>
      </pc:sldChg>
      <pc:sldChg chg="addSp modSp new mod ord modClrScheme chgLayout">
        <pc:chgData name="Shamshika Reddy" userId="64b02f5a8dec7662" providerId="LiveId" clId="{62653A95-EF0A-4CE7-9970-1B8A4274BCBF}" dt="2026-10-14T13:17:24.532" v="395" actId="27636"/>
        <pc:sldMkLst>
          <pc:docMk/>
          <pc:sldMk cId="3881232960" sldId="264"/>
        </pc:sldMkLst>
        <pc:spChg chg="add mod ord">
          <ac:chgData name="Shamshika Reddy" userId="64b02f5a8dec7662" providerId="LiveId" clId="{62653A95-EF0A-4CE7-9970-1B8A4274BCBF}" dt="2026-10-14T13:14:35.922" v="316" actId="20577"/>
          <ac:spMkLst>
            <pc:docMk/>
            <pc:sldMk cId="3881232960" sldId="264"/>
            <ac:spMk id="4" creationId="{84DC3642-6BDD-12E5-F4FA-AA6E809AD0B2}"/>
          </ac:spMkLst>
        </pc:spChg>
        <pc:spChg chg="add mod ord">
          <ac:chgData name="Shamshika Reddy" userId="64b02f5a8dec7662" providerId="LiveId" clId="{62653A95-EF0A-4CE7-9970-1B8A4274BCBF}" dt="2026-10-14T13:17:24.532" v="395" actId="27636"/>
          <ac:spMkLst>
            <pc:docMk/>
            <pc:sldMk cId="3881232960" sldId="264"/>
            <ac:spMk id="5" creationId="{FC943066-45D4-3551-C696-328E513FABC2}"/>
          </ac:spMkLst>
        </pc:spChg>
        <pc:picChg chg="add mod">
          <ac:chgData name="Shamshika Reddy" userId="64b02f5a8dec7662" providerId="LiveId" clId="{62653A95-EF0A-4CE7-9970-1B8A4274BCBF}" dt="2026-10-14T13:16:20.665" v="329" actId="1076"/>
          <ac:picMkLst>
            <pc:docMk/>
            <pc:sldMk cId="3881232960" sldId="264"/>
            <ac:picMk id="3" creationId="{62FA549C-6E28-6CD9-A925-2FC35C4502C4}"/>
          </ac:picMkLst>
        </pc:picChg>
      </pc:sldChg>
      <pc:sldChg chg="addSp modSp new mod">
        <pc:chgData name="Shamshika Reddy" userId="64b02f5a8dec7662" providerId="LiveId" clId="{62653A95-EF0A-4CE7-9970-1B8A4274BCBF}" dt="2026-10-14T13:22:45.398" v="450" actId="14100"/>
        <pc:sldMkLst>
          <pc:docMk/>
          <pc:sldMk cId="1616049124" sldId="265"/>
        </pc:sldMkLst>
        <pc:picChg chg="add mod">
          <ac:chgData name="Shamshika Reddy" userId="64b02f5a8dec7662" providerId="LiveId" clId="{62653A95-EF0A-4CE7-9970-1B8A4274BCBF}" dt="2026-10-14T13:22:21.997" v="445" actId="14100"/>
          <ac:picMkLst>
            <pc:docMk/>
            <pc:sldMk cId="1616049124" sldId="265"/>
            <ac:picMk id="3" creationId="{0AEB3750-8051-E1B5-A508-F0617D409BA0}"/>
          </ac:picMkLst>
        </pc:picChg>
        <pc:picChg chg="add mod">
          <ac:chgData name="Shamshika Reddy" userId="64b02f5a8dec7662" providerId="LiveId" clId="{62653A95-EF0A-4CE7-9970-1B8A4274BCBF}" dt="2026-10-14T13:22:45.398" v="450" actId="14100"/>
          <ac:picMkLst>
            <pc:docMk/>
            <pc:sldMk cId="1616049124" sldId="265"/>
            <ac:picMk id="5" creationId="{755F0BBE-2B80-8F4A-DEC3-625CFC9C40F7}"/>
          </ac:picMkLst>
        </pc:picChg>
      </pc:sldChg>
      <pc:sldChg chg="addSp modSp new mod modClrScheme chgLayout">
        <pc:chgData name="Shamshika Reddy" userId="64b02f5a8dec7662" providerId="LiveId" clId="{62653A95-EF0A-4CE7-9970-1B8A4274BCBF}" dt="2026-10-14T13:25:18.472" v="498" actId="20577"/>
        <pc:sldMkLst>
          <pc:docMk/>
          <pc:sldMk cId="1563859033" sldId="266"/>
        </pc:sldMkLst>
        <pc:spChg chg="add mod ord">
          <ac:chgData name="Shamshika Reddy" userId="64b02f5a8dec7662" providerId="LiveId" clId="{62653A95-EF0A-4CE7-9970-1B8A4274BCBF}" dt="2026-10-14T13:24:05.630" v="472" actId="20577"/>
          <ac:spMkLst>
            <pc:docMk/>
            <pc:sldMk cId="1563859033" sldId="266"/>
            <ac:spMk id="4" creationId="{D1CB794B-64EE-3200-487E-93D9290F5C24}"/>
          </ac:spMkLst>
        </pc:spChg>
        <pc:spChg chg="add mod ord">
          <ac:chgData name="Shamshika Reddy" userId="64b02f5a8dec7662" providerId="LiveId" clId="{62653A95-EF0A-4CE7-9970-1B8A4274BCBF}" dt="2026-10-14T13:25:18.472" v="498" actId="20577"/>
          <ac:spMkLst>
            <pc:docMk/>
            <pc:sldMk cId="1563859033" sldId="266"/>
            <ac:spMk id="5" creationId="{7DCA0CEE-374D-E508-C980-0F49F3473C03}"/>
          </ac:spMkLst>
        </pc:spChg>
        <pc:picChg chg="add">
          <ac:chgData name="Shamshika Reddy" userId="64b02f5a8dec7662" providerId="LiveId" clId="{62653A95-EF0A-4CE7-9970-1B8A4274BCBF}" dt="2026-10-14T12:56:49.327" v="75" actId="22"/>
          <ac:picMkLst>
            <pc:docMk/>
            <pc:sldMk cId="1563859033" sldId="266"/>
            <ac:picMk id="3" creationId="{712A89F9-B988-4F56-EDC6-C8A10822EC5E}"/>
          </ac:picMkLst>
        </pc:picChg>
      </pc:sldChg>
      <pc:sldChg chg="new">
        <pc:chgData name="Shamshika Reddy" userId="64b02f5a8dec7662" providerId="LiveId" clId="{62653A95-EF0A-4CE7-9970-1B8A4274BCBF}" dt="2026-10-14T12:55:30.594" v="58" actId="680"/>
        <pc:sldMkLst>
          <pc:docMk/>
          <pc:sldMk cId="1595496826" sldId="267"/>
        </pc:sldMkLst>
      </pc:sldChg>
      <pc:sldChg chg="addSp new mod">
        <pc:chgData name="Shamshika Reddy" userId="64b02f5a8dec7662" providerId="LiveId" clId="{62653A95-EF0A-4CE7-9970-1B8A4274BCBF}" dt="2026-10-14T12:56:53.198" v="76" actId="22"/>
        <pc:sldMkLst>
          <pc:docMk/>
          <pc:sldMk cId="2497659484" sldId="268"/>
        </pc:sldMkLst>
        <pc:picChg chg="add">
          <ac:chgData name="Shamshika Reddy" userId="64b02f5a8dec7662" providerId="LiveId" clId="{62653A95-EF0A-4CE7-9970-1B8A4274BCBF}" dt="2026-10-14T12:56:53.198" v="76" actId="22"/>
          <ac:picMkLst>
            <pc:docMk/>
            <pc:sldMk cId="2497659484" sldId="268"/>
            <ac:picMk id="3" creationId="{C4FC731F-1DC6-7378-6A1E-44E4285A09FE}"/>
          </ac:picMkLst>
        </pc:picChg>
      </pc:sldChg>
      <pc:sldChg chg="new">
        <pc:chgData name="Shamshika Reddy" userId="64b02f5a8dec7662" providerId="LiveId" clId="{62653A95-EF0A-4CE7-9970-1B8A4274BCBF}" dt="2026-10-14T12:55:37.282" v="60" actId="680"/>
        <pc:sldMkLst>
          <pc:docMk/>
          <pc:sldMk cId="1107338421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E078-3115-EC7F-702C-64F4161E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7A939-AC77-03BD-761D-BE21DCFCA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0F5F2-1C7D-8596-7A83-2DAC0DA5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25E19-D999-0EB2-FF6C-B228FBF4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42784-45D3-A8AB-E4B0-7D848F88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1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BDAF-8085-46FB-A0D3-DB81E984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60BA6-AD1C-80E3-14E5-7438FB935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84955-02B9-289B-E0FC-83DF72BF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90829-F323-A49D-B651-6C02A2B7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FF48-3F95-CC3F-27C8-5C754A18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92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A925-B2EA-B51E-79F0-0C4BE28C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3566D-2BE3-D101-6F6A-B1F4A190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4CA5C-572C-7805-C4AB-4FC2E4756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2B55B-0FA0-0276-8305-19218460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0CB70-0239-7A9B-B450-673F5093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53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1603-9F57-B0E8-A08F-B0BA9000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E81B3-A694-A760-527A-AA4DFBAFE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7A10A-AB35-E630-8D33-6953ED1B2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77559-6669-1DD3-34FD-58D4B174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35D54-B3AF-50AD-802E-C5C904EEB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67157-5E8F-5FE3-BE36-F59E0818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38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86A4-6E2E-E249-F868-DB7637AA4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9AA22-1934-0D6B-92AC-0BB2A0165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1E4E9-EBB4-60CE-5B3A-0E03D7F1C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7448F-EB66-7385-31DE-636A8EE42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08EAA-1CA5-D8E1-EE94-EB2EBB708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B436B3-D7E0-4D6C-C470-5CB2AE7D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9D9A7-659B-4CB6-205C-73C228A0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07A18-6280-8EE0-A934-CFC59058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32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D3EF-D497-A81D-44FD-53AA5D55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510B9-E196-03FA-0AF2-61F89706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A54FC-37BC-6972-66FC-52ACE03A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257F2-ADB0-A680-FB62-7BE635FA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4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DC6C9-354E-4A89-ECBC-96A52EB9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AEDD3-3B39-6824-9E32-78473C5F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AFEE4-B1F6-1567-DA8E-749DF21B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81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A095-4FC4-DA3E-6742-E4336566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C8082-D0D6-0120-67AC-BAF7FC164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CEFBA-8A17-1D4E-E3A8-F8592AD62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CD222-F43F-4CE8-BBAA-918FE227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B0D92-F261-3039-E513-55CB36A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0D673-6E9A-E6CA-8372-BC2B578E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4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590C-A2EA-B9F3-8839-98A2A4EF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79118-1754-F49D-54C5-A5AD9E99A2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9B39F-AC72-F20B-4413-CE515C701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BB534-37AB-7FF8-C983-8D6A5D60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C5E19-31F7-668F-5FE3-68FC2D8C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864A3-A9CC-D915-23C4-3BE133A3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79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3C37-155A-9439-5FA8-77D061A9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D6F15-8612-E9CC-D1F2-DE528721D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89B75-B6E9-7A82-758A-59A3D709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1F81D-EE5A-F0C0-EF3D-F09E582F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A2319-D5EF-8399-C5A2-6CD1BCDA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99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AAEE6-1F01-7D40-D3D4-FCECE2A62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56EBA-89D1-FBDD-3D9D-01E2ADC3D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472AB-0EE0-3670-F0EE-6F889801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94A3-1EF2-77C5-3274-4822C58A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83BCE-3A81-DAA8-D5CA-BE3F800C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89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BB89BA-2115-7242-0970-917907CCE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DB2D6-4133-917D-E536-EB03ED5B3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9C8F3-2D92-9AD6-7CD6-70028AE96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BC2F4-CB67-49A1-A59D-A63C4327440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063BD-034D-8DD1-4B6F-63D349CCB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7A54F-DEC0-C685-73D3-59F303839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B815E-B356-4580-AC5D-71797912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92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A3D1E-F37E-5D9E-C4A4-A4B98BC89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CF877B-4FF8-0AEA-17E0-9C4348B69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2470" y="1122363"/>
            <a:ext cx="8458201" cy="2387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Gill Sans Ultra Bold Condensed" panose="020B0A06020104020203" pitchFamily="34" charset="0"/>
              </a:rPr>
              <a:t>BOOKMYSHOW/LIVE EVENTS DYANAMIC PRICING STUDY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48AF18-B6CE-D5B5-DA99-421607E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By Shamshika, Spoorthi,  Uday Sri</a:t>
            </a:r>
          </a:p>
        </p:txBody>
      </p:sp>
    </p:spTree>
    <p:extLst>
      <p:ext uri="{BB962C8B-B14F-4D97-AF65-F5344CB8AC3E}">
        <p14:creationId xmlns:p14="http://schemas.microsoft.com/office/powerpoint/2010/main" val="1012033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78E49-3642-FDEF-A1B5-9CF46DC4F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5F75530-7D0D-3CCD-BA57-A96F1B041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1224643"/>
            <a:ext cx="8817429" cy="1147082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F012B9-3EBD-A2CE-EB42-3007CF8E4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0" y="2371725"/>
            <a:ext cx="8817429" cy="3805238"/>
          </a:xfrm>
        </p:spPr>
        <p:txBody>
          <a:bodyPr/>
          <a:lstStyle/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Book My Show is a digital platform for booking entertainment and live-event tickets.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It offers concerts, comedy shows, sports, festivals, and other events.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Dynamic pricing refers to prices changing based on demand, availability, timing, and event popularity.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This project studies how pricing affects ticket demand and sales.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32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163018-7A65-31DB-881C-FA3022ECD4D4}"/>
              </a:ext>
            </a:extLst>
          </p:cNvPr>
          <p:cNvSpPr txBox="1">
            <a:spLocks/>
          </p:cNvSpPr>
          <p:nvPr/>
        </p:nvSpPr>
        <p:spPr>
          <a:xfrm>
            <a:off x="1714500" y="1224643"/>
            <a:ext cx="8817429" cy="11470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00BF1E-28F9-2AC0-2A04-D60FBD3CD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2192001" cy="68579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0733E25-33E7-4635-A8F1-3D0847E8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849086"/>
            <a:ext cx="8817429" cy="1963511"/>
          </a:xfrm>
        </p:spPr>
        <p:txBody>
          <a:bodyPr>
            <a:norm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motivation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0E0B7E-6D6F-DD81-4E8E-CDEF7E154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884" y="2371724"/>
            <a:ext cx="8997045" cy="3805237"/>
          </a:xfrm>
        </p:spPr>
        <p:txBody>
          <a:bodyPr/>
          <a:lstStyle/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Live-event ticket prices can change according to demand.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Popular events may have higher prices and limited availability.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Customers may change their purchase decisions based on price.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Studying dynamic pricing helps understand revenue generation and customer behaviour.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4240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8FE159-5802-936D-855F-3A17750D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3479F74-92BE-FEFD-4096-CDA9EED8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814" y="1371599"/>
            <a:ext cx="9127672" cy="974045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objection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3D6FFB-7E49-3872-9D16-4B039E655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9814" y="2345644"/>
            <a:ext cx="8632372" cy="3831319"/>
          </a:xfrm>
        </p:spPr>
        <p:txBody>
          <a:bodyPr/>
          <a:lstStyle/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Study live-event ticket pricing trends.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Understand the relationship between price and demand.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Identify factors affecting ticket prices.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Analyse customer preferences and event popularity.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Use Python to analyse and visualize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59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FA549C-6E28-6CD9-A925-2FC35C450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4DC3642-6BDD-12E5-F4FA-AA6E809A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844" y="1453243"/>
            <a:ext cx="8899070" cy="996043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Economic(co1)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943066-45D4-3551-C696-328E513FA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844" y="2449287"/>
            <a:ext cx="8899070" cy="37276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w Cen MT Condensed Extra Bold" panose="020B0803020202020204" pitchFamily="34" charset="0"/>
              </a:rPr>
              <a:t>Topic: Demand, Supply &amp; Elasticity Estimation</a:t>
            </a:r>
            <a:endParaRPr lang="en-IN" dirty="0">
              <a:latin typeface="Tw Cen MT Condensed Extra Bold" panose="020B0803020202020204" pitchFamily="34" charset="0"/>
            </a:endParaRP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Analyse the relationship between ticket price and demand.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Estimate Price Elasticity of Demand(PED).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Study how changes in price affect ticket sales.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Predict market outcomes under different pricing conditions. </a:t>
            </a:r>
          </a:p>
          <a:p>
            <a:pPr marL="0" indent="0">
              <a:buNone/>
            </a:pPr>
            <a:r>
              <a:rPr lang="en-IN" b="1" dirty="0">
                <a:latin typeface="Tw Cen MT Condensed Extra Bold" panose="020B0803020202020204" pitchFamily="34" charset="0"/>
              </a:rPr>
              <a:t>Justification:</a:t>
            </a:r>
            <a:br>
              <a:rPr lang="en-IN" dirty="0">
                <a:latin typeface="Tw Cen MT Condensed Extra Bold" panose="020B0803020202020204" pitchFamily="34" charset="0"/>
              </a:rPr>
            </a:br>
            <a:r>
              <a:rPr lang="en-IN" dirty="0">
                <a:latin typeface="Tw Cen MT Condensed Extra Bold" panose="020B0803020202020204" pitchFamily="34" charset="0"/>
              </a:rPr>
              <a:t>Economics helps understand customer response to changing ticket prices and supports better pricing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23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457DD-D832-1B0C-3F39-0A9C19268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8C34C4-61EF-E776-42E3-8D2A88924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9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48316-0A9E-4FE2-E2BE-2C50B5C51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C2712B-9563-CF0B-2C0F-E524BF58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844" y="1224643"/>
            <a:ext cx="9160328" cy="1191986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Business environment(co2)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4130C4-731A-E7C3-D63B-792E18BA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844" y="2416629"/>
            <a:ext cx="9013370" cy="37603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w Cen MT Condensed Extra Bold" panose="020B0803020202020204" pitchFamily="34" charset="0"/>
              </a:rPr>
              <a:t>Topic: Porter’s Five Forces</a:t>
            </a:r>
            <a:endParaRPr lang="en-IN" dirty="0">
              <a:latin typeface="Tw Cen MT Condensed Extra Bold" panose="020B080302020202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Tw Cen MT Condensed Extra Bold" panose="020B0803020202020204" pitchFamily="34" charset="0"/>
              </a:rPr>
              <a:t>Analyse:</a:t>
            </a:r>
          </a:p>
          <a:p>
            <a:pPr lvl="0"/>
            <a:r>
              <a:rPr lang="en-IN" b="1" dirty="0">
                <a:latin typeface="Tw Cen MT Condensed Extra Bold" panose="020B0803020202020204" pitchFamily="34" charset="0"/>
              </a:rPr>
              <a:t>Competitive Rivalry</a:t>
            </a:r>
            <a:r>
              <a:rPr lang="en-IN" dirty="0">
                <a:latin typeface="Tw Cen MT Condensed Extra Bold" panose="020B0803020202020204" pitchFamily="34" charset="0"/>
              </a:rPr>
              <a:t> – competition among ticket-booking platforms. </a:t>
            </a:r>
          </a:p>
          <a:p>
            <a:pPr lvl="0"/>
            <a:r>
              <a:rPr lang="en-IN" b="1" dirty="0">
                <a:latin typeface="Tw Cen MT Condensed Extra Bold" panose="020B0803020202020204" pitchFamily="34" charset="0"/>
              </a:rPr>
              <a:t>Threat of New Entrants</a:t>
            </a:r>
            <a:r>
              <a:rPr lang="en-IN" dirty="0">
                <a:latin typeface="Tw Cen MT Condensed Extra Bold" panose="020B0803020202020204" pitchFamily="34" charset="0"/>
              </a:rPr>
              <a:t> </a:t>
            </a:r>
          </a:p>
          <a:p>
            <a:pPr lvl="0"/>
            <a:r>
              <a:rPr lang="en-IN" b="1" dirty="0">
                <a:latin typeface="Tw Cen MT Condensed Extra Bold" panose="020B0803020202020204" pitchFamily="34" charset="0"/>
              </a:rPr>
              <a:t>Bargaining Power of Customers</a:t>
            </a:r>
            <a:r>
              <a:rPr lang="en-IN" dirty="0">
                <a:latin typeface="Tw Cen MT Condensed Extra Bold" panose="020B0803020202020204" pitchFamily="34" charset="0"/>
              </a:rPr>
              <a:t> </a:t>
            </a:r>
          </a:p>
          <a:p>
            <a:pPr lvl="0"/>
            <a:r>
              <a:rPr lang="en-IN" b="1" dirty="0">
                <a:latin typeface="Tw Cen MT Condensed Extra Bold" panose="020B0803020202020204" pitchFamily="34" charset="0"/>
              </a:rPr>
              <a:t>Bargaining Power of Suppliers/Event Organisers</a:t>
            </a:r>
            <a:r>
              <a:rPr lang="en-IN" dirty="0">
                <a:latin typeface="Tw Cen MT Condensed Extra Bold" panose="020B0803020202020204" pitchFamily="34" charset="0"/>
              </a:rPr>
              <a:t> </a:t>
            </a:r>
          </a:p>
          <a:p>
            <a:pPr lvl="0"/>
            <a:r>
              <a:rPr lang="en-IN" b="1" dirty="0">
                <a:latin typeface="Tw Cen MT Condensed Extra Bold" panose="020B0803020202020204" pitchFamily="34" charset="0"/>
              </a:rPr>
              <a:t>Threat of Substitutes</a:t>
            </a:r>
            <a:r>
              <a:rPr lang="en-IN" dirty="0">
                <a:latin typeface="Tw Cen MT Condensed Extra Bold" panose="020B0803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latin typeface="Tw Cen MT Condensed Extra Bold" panose="020B0803020202020204" pitchFamily="34" charset="0"/>
              </a:rPr>
              <a:t>Justification:</a:t>
            </a:r>
            <a:br>
              <a:rPr lang="en-IN" dirty="0">
                <a:latin typeface="Tw Cen MT Condensed Extra Bold" panose="020B0803020202020204" pitchFamily="34" charset="0"/>
              </a:rPr>
            </a:br>
            <a:r>
              <a:rPr lang="en-IN" dirty="0">
                <a:latin typeface="Tw Cen MT Condensed Extra Bold" panose="020B0803020202020204" pitchFamily="34" charset="0"/>
              </a:rPr>
              <a:t>Porter’s Five Forces helps understand the competitive environment influencing Book My Show’s live-event pricing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4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B3750-8051-E1B5-A508-F0617D409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09599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5F0BBE-2B80-8F4A-DEC3-625CFC9C4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0"/>
            <a:ext cx="6095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4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2A89F9-B988-4F56-EDC6-C8A10822E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794B-64EE-3200-487E-93D9290F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842" y="1485899"/>
            <a:ext cx="9307287" cy="1017135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Python(co3)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CA0CEE-374D-E508-C980-0F49F3473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842" y="2503034"/>
            <a:ext cx="9307287" cy="3673929"/>
          </a:xfrm>
        </p:spPr>
        <p:txBody>
          <a:bodyPr>
            <a:normAutofit fontScale="92500"/>
          </a:bodyPr>
          <a:lstStyle/>
          <a:p>
            <a:r>
              <a:rPr lang="en-IN" b="1" dirty="0">
                <a:latin typeface="Tw Cen MT Condensed Extra Bold" panose="020B0803020202020204" pitchFamily="34" charset="0"/>
              </a:rPr>
              <a:t>Topic: Matplotlib &amp; </a:t>
            </a:r>
            <a:r>
              <a:rPr lang="en-IN" b="1" dirty="0" err="1">
                <a:latin typeface="Tw Cen MT Condensed Extra Bold" panose="020B0803020202020204" pitchFamily="34" charset="0"/>
              </a:rPr>
              <a:t>Plotly</a:t>
            </a:r>
            <a:endParaRPr lang="en-IN" dirty="0">
              <a:latin typeface="Tw Cen MT Condensed Extra Bold" panose="020B0803020202020204" pitchFamily="34" charset="0"/>
            </a:endParaRP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Use Matplotlib to create clear business charts.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Use </a:t>
            </a:r>
            <a:r>
              <a:rPr lang="en-IN" dirty="0" err="1">
                <a:latin typeface="Tw Cen MT Condensed Extra Bold" panose="020B0803020202020204" pitchFamily="34" charset="0"/>
              </a:rPr>
              <a:t>Plotly</a:t>
            </a:r>
            <a:r>
              <a:rPr lang="en-IN" dirty="0">
                <a:latin typeface="Tw Cen MT Condensed Extra Bold" panose="020B0803020202020204" pitchFamily="34" charset="0"/>
              </a:rPr>
              <a:t> for interactive visualisations.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Visualise ticket prices, demand, availability, and event categories. </a:t>
            </a:r>
          </a:p>
          <a:p>
            <a:pPr lvl="0"/>
            <a:r>
              <a:rPr lang="en-IN" dirty="0">
                <a:latin typeface="Tw Cen MT Condensed Extra Bold" panose="020B0803020202020204" pitchFamily="34" charset="0"/>
              </a:rPr>
              <a:t>Present results through easy-to-understand graphs and dashboards. </a:t>
            </a:r>
          </a:p>
          <a:p>
            <a:r>
              <a:rPr lang="en-IN" b="1" dirty="0">
                <a:latin typeface="Tw Cen MT Condensed Extra Bold" panose="020B0803020202020204" pitchFamily="34" charset="0"/>
              </a:rPr>
              <a:t>Justification:</a:t>
            </a:r>
            <a:br>
              <a:rPr lang="en-IN" dirty="0">
                <a:latin typeface="Tw Cen MT Condensed Extra Bold" panose="020B0803020202020204" pitchFamily="34" charset="0"/>
              </a:rPr>
            </a:br>
            <a:r>
              <a:rPr lang="en-IN" dirty="0">
                <a:latin typeface="Tw Cen MT Condensed Extra Bold" panose="020B0803020202020204" pitchFamily="34" charset="0"/>
              </a:rPr>
              <a:t>Python converts the collected data into meaningful visual insights for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85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49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FC731F-1DC6-7378-6A1E-44E4285A0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59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338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331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Arial</vt:lpstr>
      <vt:lpstr>Arial Rounded MT Bold</vt:lpstr>
      <vt:lpstr>Calibri</vt:lpstr>
      <vt:lpstr>Calibri Light</vt:lpstr>
      <vt:lpstr>Gill Sans Ultra Bold Condensed</vt:lpstr>
      <vt:lpstr>Tw Cen MT Condensed Extra Bold</vt:lpstr>
      <vt:lpstr>Office Theme</vt:lpstr>
      <vt:lpstr>BOOKMYSHOW/LIVE EVENTS DYANAMIC PRICING STUDY</vt:lpstr>
      <vt:lpstr>introduction</vt:lpstr>
      <vt:lpstr>motivation</vt:lpstr>
      <vt:lpstr>objection</vt:lpstr>
      <vt:lpstr>Economic(co1)</vt:lpstr>
      <vt:lpstr>PowerPoint Presentation</vt:lpstr>
      <vt:lpstr>Business environment(co2)</vt:lpstr>
      <vt:lpstr>PowerPoint Presentation</vt:lpstr>
      <vt:lpstr>Python(co3)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Shamshika Reddy</dc:creator>
  <cp:lastModifiedBy>Shamshika Reddy</cp:lastModifiedBy>
  <cp:revision>1</cp:revision>
  <dcterms:created xsi:type="dcterms:W3CDTF">2026-10-14T04:07:43Z</dcterms:created>
  <dcterms:modified xsi:type="dcterms:W3CDTF">2026-10-14T13:28:12Z</dcterms:modified>
</cp:coreProperties>
</file>